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Projected Revenue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350</c:v>
                </c:pt>
                <c:pt idx="2">
                  <c:v>1200</c:v>
                </c:pt>
                <c:pt idx="3">
                  <c:v>3500</c:v>
                </c:pt>
                <c:pt idx="4">
                  <c:v>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FridgeBud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Fridge Companion System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food waste. Eat smarter. Live healthier.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0" y="731520"/>
            <a:ext cx="2743200" cy="365760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17373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Recognition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46888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7920" y="3017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Expiration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74904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Dempsey Startup Competition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772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43584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1887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777240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6002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5506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1600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2011680"/>
            <a:ext cx="7772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20116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066544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37360" y="20116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2423160"/>
            <a:ext cx="777240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1"/>
          <p:cNvSpPr/>
          <p:nvPr/>
        </p:nvSpPr>
        <p:spPr>
          <a:xfrm>
            <a:off x="731520" y="24231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47802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37360" y="2423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0080" y="2834640"/>
            <a:ext cx="7772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4"/>
          <p:cNvSpPr/>
          <p:nvPr/>
        </p:nvSpPr>
        <p:spPr>
          <a:xfrm>
            <a:off x="731520" y="28346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889504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737360" y="28346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Strategy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640080" y="3246120"/>
            <a:ext cx="777240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17"/>
          <p:cNvSpPr/>
          <p:nvPr/>
        </p:nvSpPr>
        <p:spPr>
          <a:xfrm>
            <a:off x="731520" y="32461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300984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737360" y="32461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640080" y="3657600"/>
            <a:ext cx="7772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0"/>
          <p:cNvSpPr/>
          <p:nvPr/>
        </p:nvSpPr>
        <p:spPr>
          <a:xfrm>
            <a:off x="731520" y="36576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4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3712464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737360" y="3657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Team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640080" y="4069080"/>
            <a:ext cx="7772400" cy="34747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23"/>
          <p:cNvSpPr/>
          <p:nvPr/>
        </p:nvSpPr>
        <p:spPr>
          <a:xfrm>
            <a:off x="731520" y="40690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4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4123944"/>
            <a:ext cx="237744" cy="23774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737360" y="40690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Financials</a:t>
            </a:r>
            <a:endParaRPr lang="en-US" sz="1400" dirty="0"/>
          </a:p>
        </p:txBody>
      </p:sp>
      <p:sp>
        <p:nvSpPr>
          <p:cNvPr id="35" name="Shape 25"/>
          <p:cNvSpPr/>
          <p:nvPr/>
        </p:nvSpPr>
        <p:spPr>
          <a:xfrm>
            <a:off x="640080" y="4480560"/>
            <a:ext cx="77724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26"/>
          <p:cNvSpPr/>
          <p:nvPr/>
        </p:nvSpPr>
        <p:spPr>
          <a:xfrm>
            <a:off x="731520" y="44805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4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" y="4535424"/>
            <a:ext cx="237744" cy="23774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1737360" y="44805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560320" cy="21945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1/3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food produced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is wasted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097280"/>
            <a:ext cx="2560320" cy="21945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09728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25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365760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household food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discarded due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or expiry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097280"/>
            <a:ext cx="2560320" cy="21945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09728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325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$1,500+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649224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per 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per year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discarded food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4008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Pain Points for Families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0080" y="3886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fridge contents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purchases due to lack of inventory awareness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risks from expired items going unnoticed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008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UNEP Food Waste Index Report; USDA Economic Research Service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FridgeBud is a smart fridge companion system combining an external touchscreen, internal cameras, AI recognition, and multi-sensor fusion to automatically manage your food inventory.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840480" cy="13716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3055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Food Recognition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45920" y="2286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cameras + deep learning (CNN/YOLO) identify food items automatically upon placement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737360"/>
            <a:ext cx="3840480" cy="13716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20116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213055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072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Expiry Tracking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760720" y="2286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storage time, auto-calculates shelf life, and sends priority usage alerts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291840"/>
            <a:ext cx="3840480" cy="13716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35661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68503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3474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Multi-Sensor Fusion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645920" y="3840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+ mmWave + temp/humidity sensors provide redundancy and accuracy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291840"/>
            <a:ext cx="3840480" cy="13716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37760" y="35661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3685032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60720" y="3474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Recommendations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760720" y="3840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suggestions based on available ingredients; purchase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97480" cy="3383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97480" cy="5029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51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Layer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9164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touchscreen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camera system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+ mmWave sensors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Temp/humidity sensors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051560"/>
            <a:ext cx="2697480" cy="3383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051560"/>
            <a:ext cx="2697480" cy="5029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1430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051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Layer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66160" y="169164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CNN/YOLO food recognition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Shelf-life database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tracking engine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system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051560"/>
            <a:ext cx="2697480" cy="3383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051560"/>
            <a:ext cx="2697480" cy="50292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430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051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Interface Layer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46520" y="169164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Touchscreen dashboard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companion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push notifications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recommendations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Multi-sensor redundancy system ensures 95%+ accuracy in food detection, even with occlusion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347472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737360"/>
            <a:ext cx="2377440" cy="2194560"/>
          </a:xfrm>
          <a:prstGeom prst="ellipse">
            <a:avLst/>
          </a:prstGeom>
          <a:solidFill>
            <a:srgbClr val="0D9488">
              <a:alpha val="3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194560"/>
            <a:ext cx="1463040" cy="1371600"/>
          </a:xfrm>
          <a:prstGeom prst="ellipse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234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64008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1188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$32B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smart kitchen appliance market (Allied Market Research, 2023)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2240280"/>
            <a:ext cx="64008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2240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$8.5B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2560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refrigerator and food management segment in North America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3291840"/>
            <a:ext cx="64008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3291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$120M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smart fridge add-on market in Cascadia region (Year 3)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062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Proposition: Unlike built-in smart fridges ($3,000+), FridgeBud is a retrofit add-on at ~$299, making smart food management accessible to any household with an existing refrigerator.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Strategy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FridgeBud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Samsung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Family Hub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LG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InstaView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Standalone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Auto food recognition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Expiry tracking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Multi-sensor fusion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Retrofit (any fridge)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Recipe suggestions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Price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</a:rPr>
                        <a:t>~$299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$3,000+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$2,500+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Free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Purchase reminders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Competitive Advantage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0233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retrofit design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redundancy for higher accuracy than camera-only solutions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existing refrigerator — no need to buy a new smart fridge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 Strategy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3474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01168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Pilot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beta on UW campus housing. Partner with campus dining. Target tech-savvy students and young families in Seattle metro.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82880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097280"/>
            <a:ext cx="2011680" cy="3474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097280"/>
            <a:ext cx="201168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10312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WA, OR, ID, BC. Partner with local retailers (e.g., PCC, QFC). Launch crowdfunding campaign for consumer pre-orders.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82880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097280"/>
            <a:ext cx="2011680" cy="3474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2011680" cy="822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Coast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10312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California and national online retail (Amazon). Launch B2B partnerships with apartment complexes and co-living spaces.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182880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1097280"/>
            <a:ext cx="2011680" cy="3474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1097280"/>
            <a:ext cx="201168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4-5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86600" y="210312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availability via major retailers. International markets (EU, Asia). Enterprise partnerships with food service companies.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Target: Health-conscious families (25-45), dual-income, tech-savvy, concerned about food waste and grocery budgets.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 Team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1031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3444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[Your Name]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CTO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45920" y="17373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ECE, University of Washington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2103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systems, hardware design, computer vision, AI/ML integration. Leads hardware architecture and software development.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931920" cy="21031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123444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3716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Riley [Last Name]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94360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Head of Design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943600" y="17373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HCDE, University of Washington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029200" y="2103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design, user research, interaction design. Leads product interface, user testing, and experience optimization.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4008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Division of Responsibilities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57200" y="3657600"/>
            <a:ext cx="3931920" cy="1234440"/>
          </a:xfrm>
          <a:prstGeom prst="rect">
            <a:avLst/>
          </a:prstGeom>
          <a:solidFill>
            <a:srgbClr val="065A82">
              <a:alpha val="10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64008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— Engineering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40080" y="39319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selection &amp; integration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control (RPi/MCU)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&amp; AI model development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 &amp; APIs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754880" y="3657600"/>
            <a:ext cx="3931920" cy="1234440"/>
          </a:xfrm>
          <a:prstGeom prst="rect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493776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— Design &amp; UX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937760" y="39319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Touchscreen &amp; app UI design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 flow design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identity &amp; branding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&amp; feedback cycles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Financials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Milestones Achieved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prototype integrated: touchscreen + camera + sensors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food recognition model trained and tested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+ camera redundancy system validated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prototypes designed and user-tested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754880" y="914400"/>
          <a:ext cx="39319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26464"/>
                <a:gridCol w="1426464"/>
                <a:gridCol w="1426464"/>
                <a:gridCol w="1426464"/>
                <a:gridCol w="1426464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($K)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 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 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 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 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</a:rPr>
                        <a:t>Revenue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$350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$1,200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$3,500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$8,000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</a:rPr>
                        <a:t>Expenses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$420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$850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$1,800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$3,200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Net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-$130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-$70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</a:rPr>
                        <a:t>$350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</a:rPr>
                        <a:t>$1,700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</a:rPr>
                        <a:t>$4,800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251960"/>
            <a:ext cx="8229600" cy="7315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4251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Funding Request: $150,000 seed funding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prototyping &amp; manufacturing tooling (40%) | Software &amp; AI development (30%) | Marketing &amp; user acquisition (20%) | Operations (10%)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Impact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237744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1887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008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 Food Waste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household food waste through smart tracking and timely reminders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37560" y="1005840"/>
            <a:ext cx="2651760" cy="237744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11887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2x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352044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Healthier Eating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2044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consumption of fresh foods through better visibility and expiry awareness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1005840"/>
            <a:ext cx="2651760" cy="237744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32320" y="11887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3258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8%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640080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Environmental Impact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0080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greenhouse gas emissions come from food waste — FridgeBud helps reduce this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18"/>
          <p:cNvSpPr/>
          <p:nvPr/>
        </p:nvSpPr>
        <p:spPr>
          <a:xfrm>
            <a:off x="64008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Aligned with UN Sustainable Development Goals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2: Zero Hunger — Reducing food waste ensures more food reaches those who need 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12: Responsible Consumption — Smart tracking promotes mindful food use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13: Climate Action — Reducing food waste directly cuts methane emissions from landfills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008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UNEP Food Waste Index; US EPA Greenhouse Gas Equivalencies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315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463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FridgeBud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every fridge a smart fridge.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14400" y="2743200"/>
            <a:ext cx="4114800" cy="164592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31089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 seed funding for MVP production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in hardware manufacturing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connections for retail partnerships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0" y="1371600"/>
            <a:ext cx="3200400" cy="292608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66928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Contact Us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669280" y="192024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[your-email]@uw.edu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[riley-email]@uw.edu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Washington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&amp; HCDE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consideration.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FridgeBud - Smart Fridge Companion System</dc:title>
  <dc:subject>PptxGenJS Presentation</dc:subject>
  <dc:creator>FridgeBud Team</dc:creator>
  <cp:lastModifiedBy>FridgeBud Team</cp:lastModifiedBy>
  <cp:revision>1</cp:revision>
  <dcterms:created xsi:type="dcterms:W3CDTF">2026-03-28T09:51:00Z</dcterms:created>
  <dcterms:modified xsi:type="dcterms:W3CDTF">2026-03-28T09:51:00Z</dcterms:modified>
</cp:coreProperties>
</file>